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Anton" charset="0"/>
      <p:regular r:id="rId10"/>
    </p:embeddedFon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Fira Sans" charset="0"/>
      <p:regular r:id="rId15"/>
    </p:embeddedFont>
    <p:embeddedFont>
      <p:font typeface="Fira Sans Bold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Rg st="1" end="7"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-57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jpeg"/><Relationship Id="rId7" Type="http://schemas.openxmlformats.org/officeDocument/2006/relationships/image" Target="../media/image-3-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-3-9.svg"/><Relationship Id="rId5" Type="http://schemas.openxmlformats.org/officeDocument/2006/relationships/image" Target="../media/image-3-3.sv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-3-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jpeg"/><Relationship Id="rId7" Type="http://schemas.openxmlformats.org/officeDocument/2006/relationships/image" Target="../media/image-6-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3.svg"/><Relationship Id="rId5" Type="http://schemas.openxmlformats.org/officeDocument/2006/relationships/image" Target="../media/image-6-3.svg"/><Relationship Id="rId4" Type="http://schemas.openxmlformats.org/officeDocument/2006/relationships/image" Target="../media/image14.png"/><Relationship Id="rId9" Type="http://schemas.openxmlformats.org/officeDocument/2006/relationships/image" Target="../media/image-6-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1557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TravelEase — Travel &amp; Tourism 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7116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B0F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Project Presentation by Abhishek Chaurasiya</a:t>
            </a:r>
            <a:endParaRPr lang="en-US" sz="1100" b="1" dirty="0">
              <a:solidFill>
                <a:srgbClr val="00B0F0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245745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599209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905720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 • CSS3 • JavaScript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45745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2599209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Goal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90572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 a simple, responsive, and visually appealing travel portal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50317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31727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Trip planning today is scattered: users jump between sites for destinations, pricing, booking, and reviews — creating friction, confusion, and lost bookings.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157189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Information dispersed across many sites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Poor navigation and complex booking flows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Weak mobile responsiveness and unfriendly UI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Limited side-by-side package comparison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372594"/>
            <a:ext cx="4722763" cy="1020589"/>
          </a:xfrm>
          <a:prstGeom prst="roundRect">
            <a:avLst>
              <a:gd name="adj" fmla="val 2084"/>
            </a:avLst>
          </a:prstGeom>
          <a:solidFill>
            <a:srgbClr val="7A06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57336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816" y="3549774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Objective: Build a centralized, mobile-first site to discover destinations, compare packages, and contact the agency quickly.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8064230" y="4873557"/>
            <a:ext cx="1079770" cy="2699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513" y="424680"/>
            <a:ext cx="3925119" cy="46531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4681"/>
            <a:ext cx="4722763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Proposed Solution — TravelEase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96119" y="789236"/>
            <a:ext cx="4722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TravelEase centralizes planning into a single, elegant interface that guides users from discovery to contact in a few taps.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151706"/>
            <a:ext cx="254719" cy="2547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497955"/>
            <a:ext cx="4722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Responsive Homepage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96119" y="170110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Engaging hero, featured destinations, and clear CTAs for bookings and enquiries.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1987600"/>
            <a:ext cx="254719" cy="2547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333848"/>
            <a:ext cx="4722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Destination Browsing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96119" y="2536999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High-quality cards with images, short descriptions, and pricing highlights.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2823493"/>
            <a:ext cx="254719" cy="2547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169741"/>
            <a:ext cx="4722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Packages &amp; Gallery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96119" y="3372892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Organized package listings and an easy-to-browse photo gallery.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3659386"/>
            <a:ext cx="254719" cy="25471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4005635"/>
            <a:ext cx="4722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Contact &amp; Support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496119" y="420878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Simple enquiry form with validation and success confirmations.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496119" y="4456658"/>
            <a:ext cx="4722763" cy="14288"/>
          </a:xfrm>
          <a:prstGeom prst="roundRect">
            <a:avLst>
              <a:gd name="adj" fmla="val 59998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496119" y="4578772"/>
            <a:ext cx="5179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Working flow: Home → Browse Destinations → Explore Packages → View Gallery → Contact Agency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129" y="272374"/>
            <a:ext cx="8151763" cy="51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Features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2" y="787940"/>
            <a:ext cx="2697331" cy="2859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672" y="3831976"/>
            <a:ext cx="26376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Responsive Navigation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73672" y="4212076"/>
            <a:ext cx="2217973" cy="350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JavaScript-powered mobile menu and clear page structure for easy movement across the site.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864" y="787940"/>
            <a:ext cx="2735256" cy="28592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24864" y="3831976"/>
            <a:ext cx="268776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Destination Showcase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224863" y="4170671"/>
            <a:ext cx="2563093" cy="301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Visually rich cards with images, short blurbs, </a:t>
            </a:r>
            <a:r>
              <a:rPr lang="en-US" sz="800" dirty="0" smtClean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and </a:t>
            </a: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price </a:t>
            </a:r>
            <a:endParaRPr lang="en-US" sz="800" dirty="0" smtClean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smtClean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previews </a:t>
            </a: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 entice users.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960120" y="3360986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173672" y="5790385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173672" y="5901113"/>
            <a:ext cx="268768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588" y="787940"/>
            <a:ext cx="2687762" cy="28592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42588" y="3831976"/>
            <a:ext cx="290141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Customer Testimonials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242588" y="4212076"/>
            <a:ext cx="2901412" cy="26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 user feedback to build trust and increase </a:t>
            </a:r>
            <a:endParaRPr lang="en-US" sz="900" dirty="0" smtClean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 smtClean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conversions</a:t>
            </a:r>
            <a:r>
              <a:rPr lang="en-US" sz="9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900" dirty="0"/>
          </a:p>
        </p:txBody>
      </p:sp>
      <p:sp>
        <p:nvSpPr>
          <p:cNvPr id="18" name="Rounded Rectangle 17"/>
          <p:cNvSpPr/>
          <p:nvPr/>
        </p:nvSpPr>
        <p:spPr>
          <a:xfrm>
            <a:off x="8054502" y="4863830"/>
            <a:ext cx="1089498" cy="27967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672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403152"/>
            <a:ext cx="3053135" cy="873547"/>
          </a:xfrm>
          <a:prstGeom prst="roundRect">
            <a:avLst>
              <a:gd name="adj" fmla="val 2434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544910"/>
            <a:ext cx="27696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 End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908125"/>
            <a:ext cx="27696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 • CSS3 • JavaScript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18457"/>
            <a:ext cx="3053135" cy="873547"/>
          </a:xfrm>
          <a:prstGeom prst="roundRect">
            <a:avLst>
              <a:gd name="adj" fmla="val 2434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560216"/>
            <a:ext cx="27696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Layout Tools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923431"/>
            <a:ext cx="27696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Flexbox &amp; CSS Grid • Media Queries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433762"/>
            <a:ext cx="3053135" cy="873547"/>
          </a:xfrm>
          <a:prstGeom prst="roundRect">
            <a:avLst>
              <a:gd name="adj" fmla="val 2434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575521"/>
            <a:ext cx="27696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Developer Tools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938736"/>
            <a:ext cx="27696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VS Code • Web Browser testing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99892" y="1403152"/>
            <a:ext cx="4752677" cy="2741265"/>
          </a:xfrm>
          <a:prstGeom prst="roundRect">
            <a:avLst>
              <a:gd name="adj" fmla="val 77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99892" y="1816745"/>
            <a:ext cx="4752677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99892" y="2454771"/>
            <a:ext cx="4752677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99892" y="3092797"/>
            <a:ext cx="4752677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99892" y="3730823"/>
            <a:ext cx="4752677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04655" y="1407914"/>
            <a:ext cx="2371576" cy="408831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8" name="Text 16"/>
          <p:cNvSpPr/>
          <p:nvPr/>
        </p:nvSpPr>
        <p:spPr>
          <a:xfrm>
            <a:off x="4046413" y="1497732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Feature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6231" y="1407914"/>
            <a:ext cx="2371576" cy="408831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17990" y="1497732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46413" y="1908944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7990" y="1908944"/>
            <a:ext cx="208805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 structure and semantic markup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46413" y="2546970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CSS3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17990" y="2546970"/>
            <a:ext cx="208805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Styling, responsive layouts, and animations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46413" y="3184996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17990" y="3184996"/>
            <a:ext cx="208805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Interactivity: menu, filters, form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46413" y="3823022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7990" y="3823022"/>
            <a:ext cx="2545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7889132" y="4698460"/>
            <a:ext cx="1254868" cy="445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2609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Future Scope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865436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Current site is a static front-end prototype. Planned enhancements will expand functionality and user value.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359545"/>
            <a:ext cx="1501899" cy="20173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01617" y="14525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063380" y="1855663"/>
            <a:ext cx="122537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Authentication &amp; Profiles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063380" y="2308473"/>
            <a:ext cx="122537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User login, registration, and profile management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5513" y="1359545"/>
            <a:ext cx="1501899" cy="20173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2012" y="14525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673775" y="1855663"/>
            <a:ext cx="122537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Booking &amp; Payments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73775" y="2308473"/>
            <a:ext cx="122537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Online booking workflow with secure payment gateway integration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5908" y="1359545"/>
            <a:ext cx="1501973" cy="20173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22481" y="14525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7284169" y="1855663"/>
            <a:ext cx="122545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Backend &amp; Database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284169" y="2308473"/>
            <a:ext cx="1225451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Server-side integration (Node.js/PHP) and MySQL/MongoDB for package management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485406"/>
            <a:ext cx="4722763" cy="12654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2086" y="357842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063380" y="3981524"/>
            <a:ext cx="44462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Smart Features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063380" y="4240485"/>
            <a:ext cx="444624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AI-based recommendations, live weather, multi-language support, and admin dashboard</a:t>
            </a:r>
            <a:endParaRPr lang="en-US" sz="950" dirty="0"/>
          </a:p>
        </p:txBody>
      </p:sp>
      <p:sp>
        <p:nvSpPr>
          <p:cNvPr id="21" name="Oval 20"/>
          <p:cNvSpPr/>
          <p:nvPr/>
        </p:nvSpPr>
        <p:spPr>
          <a:xfrm>
            <a:off x="7971309" y="4750817"/>
            <a:ext cx="1172691" cy="39268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67941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 &amp; Outcomes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23490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TravelEase demonstrates front-end web development concepts through a polished, responsive travel portal that simplifies discovery and contact.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84799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6" name="Text 3"/>
          <p:cNvSpPr/>
          <p:nvPr/>
        </p:nvSpPr>
        <p:spPr>
          <a:xfrm>
            <a:off x="956816" y="189666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Achievements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6816" y="220317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Attractive UI • Mobile responsiveness • Interactive filtering • Functional contact form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94032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956816" y="2988990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Learning Outcomes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56816" y="3295501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Practical HTML/CSS/JS implementation, responsive layout strategies, and user-centered UI design.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908599"/>
            <a:ext cx="4722763" cy="566961"/>
          </a:xfrm>
          <a:prstGeom prst="roundRect">
            <a:avLst>
              <a:gd name="adj" fmla="val 3751"/>
            </a:avLst>
          </a:prstGeom>
          <a:solidFill>
            <a:srgbClr val="7A062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4109368"/>
            <a:ext cx="177180" cy="1417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6816" y="4085779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Thank you! Any questions?</a:t>
            </a:r>
            <a:endParaRPr lang="en-US" sz="1100" dirty="0"/>
          </a:p>
        </p:txBody>
      </p:sp>
      <p:sp>
        <p:nvSpPr>
          <p:cNvPr id="14" name="Right Arrow 13"/>
          <p:cNvSpPr/>
          <p:nvPr/>
        </p:nvSpPr>
        <p:spPr>
          <a:xfrm>
            <a:off x="496119" y="2938390"/>
            <a:ext cx="318939" cy="272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96119" y="1894882"/>
            <a:ext cx="318939" cy="272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22957</TotalTime>
  <Words>431</Words>
  <Application>Microsoft Office PowerPoint</Application>
  <PresentationFormat>On-screen Show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Anton</vt:lpstr>
      <vt:lpstr>Calibri</vt:lpstr>
      <vt:lpstr>Fira Sans</vt:lpstr>
      <vt:lpstr>Fira Sans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103</cp:revision>
  <dcterms:created xsi:type="dcterms:W3CDTF">2026-07-17T05:12:29Z</dcterms:created>
  <dcterms:modified xsi:type="dcterms:W3CDTF">2026-08-02T08:16:29Z</dcterms:modified>
</cp:coreProperties>
</file>